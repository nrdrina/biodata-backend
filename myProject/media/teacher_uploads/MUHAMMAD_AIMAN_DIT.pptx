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" roundtripDataSignature="AMtx7mjF4cSeG0ZrXyRSYSZ4lia8wRJC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0" y="0"/>
            <a:ext cx="6858000" cy="6858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0" name="Google Shape;90;p1"/>
          <p:cNvSpPr/>
          <p:nvPr/>
        </p:nvSpPr>
        <p:spPr>
          <a:xfrm>
            <a:off x="2913611" y="174567"/>
            <a:ext cx="1433945" cy="6483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52626" y="-152327"/>
            <a:ext cx="1320943" cy="933447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/>
          <p:nvPr/>
        </p:nvSpPr>
        <p:spPr>
          <a:xfrm>
            <a:off x="5290525" y="2166900"/>
            <a:ext cx="4119900" cy="1290900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 sz="1500">
                <a:solidFill>
                  <a:schemeClr val="dk1"/>
                </a:solidFill>
              </a:rPr>
              <a:t>Interactive storybook : Happy Teeth, Happy me</a:t>
            </a:r>
            <a:endParaRPr b="1" i="1" sz="15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3207725" y="3949025"/>
            <a:ext cx="5131200" cy="355500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AMIRUL HAKIM BIN AZAHAR</a:t>
            </a:r>
            <a:endParaRPr b="1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3163725" y="4596625"/>
            <a:ext cx="5131200" cy="546900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6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DIPLOMA IN MULTIMEDIA</a:t>
            </a:r>
            <a:endParaRPr b="1"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293200" y="1379700"/>
            <a:ext cx="1856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48900" y="1114824"/>
            <a:ext cx="560850" cy="56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" title="WhatsApp Image 2022-04-18 at 6.11.40 AM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94250" y="1098600"/>
            <a:ext cx="2000550" cy="2574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2024-11-01T02:57:41Z</dcterms:created>
  <dc:creator>Erynne Shukri</dc:creator>
</cp:coreProperties>
</file>